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187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838072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85725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17145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0" y="257175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342900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0" y="4286250"/>
            <a:ext cx="9144000" cy="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914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1828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2743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657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4864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4008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73152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2296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9144000" y="0"/>
            <a:ext cx="0" cy="5143500"/>
          </a:xfrm>
          <a:prstGeom prst="line">
            <a:avLst/>
          </a:prstGeom>
          <a:noFill/>
          <a:ln w="3810">
            <a:solidFill>
              <a:srgbClr val="FFFFFF">
                <a:alpha val="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64008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Gateway Demo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411480" y="1783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Multi-service ASP.NET Core architecture with parallel fraud detection,</a:t>
            </a:r>
            <a:endParaRPr lang="en-US" sz="1700" dirty="0"/>
          </a:p>
          <a:p>
            <a:pPr marL="0" indent="0" algn="l">
              <a:buNone/>
            </a:pPr>
            <a:r>
              <a:rPr lang="en-US" sz="17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integration, and idempotency support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411480" y="2834640"/>
            <a:ext cx="1572768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11480" y="28346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148840" y="2834640"/>
            <a:ext cx="1572768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148840" y="28346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Server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886200" y="2834640"/>
            <a:ext cx="1572768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886200" y="28346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/ xUnit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623560" y="2834640"/>
            <a:ext cx="1572768" cy="347472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623560" y="2834640"/>
            <a:ext cx="157276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11480" y="4480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.NET 9  |  ASP.NET Core  |  Visual Studio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Built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distributed payments system spanning four cooperating services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11480" y="1325880"/>
            <a:ext cx="1874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64008" cy="31089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576072" y="14904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PaymentGatewayApi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76072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FRONT-END API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76072" y="2221992"/>
            <a:ext cx="1645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authorization requests. Orchestrates merchant lookup, fraud check, and processor call — returning a unified response.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487168" y="1325880"/>
            <a:ext cx="1874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487168" y="1325880"/>
            <a:ext cx="64008" cy="31089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2651760" y="14904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651760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SERVICE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651760" y="2221992"/>
            <a:ext cx="1645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real-world fraud scoring with velocity checks, amount thresholds, and card-level flags. Async with 3 s delay.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62856" y="1325880"/>
            <a:ext cx="1874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562856" y="1325880"/>
            <a:ext cx="64008" cy="31089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727448" y="14904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ProcessorApi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27448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PROCESSOR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727448" y="2221992"/>
            <a:ext cx="1645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Simulates a card processor. Returns approval codes, response codes, and card network (Visa, Mastercard). Async with 5 s delay.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38544" y="1325880"/>
            <a:ext cx="187452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6638544" y="1325880"/>
            <a:ext cx="64008" cy="31089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6803136" y="1490472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PaymentBlazorClient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803136" y="187452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b="1" kern="0" spc="200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SERVER UI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2221992"/>
            <a:ext cx="16459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front-end that submits payment requests to the gateway and displays full authorization responses in real time.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 communicate via HTTP; fraud and processor calls run in parallel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" y="1554480"/>
            <a:ext cx="2011680" cy="640080"/>
          </a:xfrm>
          <a:prstGeom prst="rect">
            <a:avLst/>
          </a:prstGeom>
          <a:solidFill>
            <a:srgbClr val="1E3A5F"/>
          </a:solidFill>
          <a:ln w="1905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5544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Blazor / Swagger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Postman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331720" y="1874520"/>
            <a:ext cx="777240" cy="0"/>
          </a:xfrm>
          <a:prstGeom prst="line">
            <a:avLst/>
          </a:prstGeom>
          <a:noFill/>
          <a:ln w="254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286000" y="1572768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/authorize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108960" y="1417320"/>
            <a:ext cx="2286000" cy="91440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  <a:effectLst>
            <a:outerShdw blurRad="1270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108960" y="14173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PaymentGatewayApi
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:7201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46120" y="2487168"/>
            <a:ext cx="2011680" cy="329184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46120" y="248716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Lookup (in-memory)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394960" y="1737360"/>
            <a:ext cx="731520" cy="0"/>
          </a:xfrm>
          <a:prstGeom prst="line">
            <a:avLst/>
          </a:prstGeom>
          <a:noFill/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5394960" y="1920240"/>
            <a:ext cx="731520" cy="45720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440680" y="1627632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calls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263640" y="1005840"/>
            <a:ext cx="2286000" cy="868680"/>
          </a:xfrm>
          <a:prstGeom prst="rect">
            <a:avLst/>
          </a:prstGeom>
          <a:solidFill>
            <a:srgbClr val="064E3B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263640" y="10058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FraudApi
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:7202  |  ~3s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263640" y="2286000"/>
            <a:ext cx="2286000" cy="868680"/>
          </a:xfrm>
          <a:prstGeom prst="rect">
            <a:avLst/>
          </a:prstGeom>
          <a:solidFill>
            <a:srgbClr val="451A03"/>
          </a:solidFill>
          <a:ln w="1905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263640" y="22860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ProcessorApi
</a:t>
            </a: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:7203  |  ~5s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20040" y="274320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response to client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4617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latency = max(fraud ~3s, processor ~5s) not the sum — because both calls run simultaneously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64008" cy="17373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Support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536192"/>
            <a:ext cx="3767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idempotencyKey per request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returns cached result on retry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double-charges on network failures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expires after 24 hours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663440" y="1005840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4663440" y="1005840"/>
            <a:ext cx="64008" cy="1737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143000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Processing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46320" y="1536192"/>
            <a:ext cx="3767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+ processor calls fire simultaneously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calls awaited together asynchronously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= max(3s, 5s) not 3s + 5s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async/await orchestration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2907792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57200" y="2907792"/>
            <a:ext cx="64008" cy="1737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3044952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438144"/>
            <a:ext cx="3767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score returned with every response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Velocity flag for high-frequency cards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threshold triggers decline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fraud check labels in response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2907792"/>
            <a:ext cx="402336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663440" y="2907792"/>
            <a:ext cx="64008" cy="1737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846320" y="3044952"/>
            <a:ext cx="3767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Network Detection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46320" y="3438144"/>
            <a:ext cx="37673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 range detection (Visa, Mastercard)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cardNetwork field in every response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decline via test card number</a:t>
            </a:r>
            <a:endParaRPr lang="en-US" sz="1100" dirty="0"/>
          </a:p>
          <a:p>
            <a:pPr marL="342900" indent="-342900" algn="l">
              <a:buSzPct val="100000"/>
              <a:buChar char="•"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validation (active/inactive)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Flow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POST request to combined authorization response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316736"/>
            <a:ext cx="402336" cy="402336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65760" y="1316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728216"/>
            <a:ext cx="0" cy="283464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60120" y="1289304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sends POST /authorize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572768"/>
            <a:ext cx="7452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body with merchantId, amount, card details, idempotencyKey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02336" cy="402336"/>
          </a:xfrm>
          <a:prstGeom prst="ellipse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66928" y="2423160"/>
            <a:ext cx="0" cy="283464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960120" y="1984248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Idempotency check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267712"/>
            <a:ext cx="7452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key seen before (within 24h), return cached response immediately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706624"/>
            <a:ext cx="402336" cy="40233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65760" y="27066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118104"/>
            <a:ext cx="0" cy="283464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60120" y="2679192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lookup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962656"/>
            <a:ext cx="7452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merchantId exists and is active; return error if not found or inactive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3401568"/>
            <a:ext cx="402336" cy="402336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65760" y="34015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66928" y="3813048"/>
            <a:ext cx="0" cy="283464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960120" y="3374136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async calls: Fraud + Processor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657600"/>
            <a:ext cx="7452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backend calls fire at once; gateway awaits both results before continuing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402336" cy="402336"/>
          </a:xfrm>
          <a:prstGeom prst="ellipse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65760" y="40965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4069080"/>
            <a:ext cx="7452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and respond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60120" y="4352544"/>
            <a:ext cx="7452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fraud score, processor code, authCode, cardNetwork, velocityFlag into one JSON response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Scenarios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built-in request profiles cover the main authorization outcomes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3977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325880"/>
            <a:ext cx="64008" cy="157276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40080" y="1490472"/>
            <a:ext cx="1417320" cy="27432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40080" y="1490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18470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M1001  |  $125.50  |  card 4111...1111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221284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fraudScore: 15  |  authCode: 123456  |  Visa  |  velocityFlag: false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17720" y="1325880"/>
            <a:ext cx="3977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17720" y="1325880"/>
            <a:ext cx="64008" cy="157276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800600" y="1490472"/>
            <a:ext cx="1417320" cy="27432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800600" y="149047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DECLINE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00600" y="184708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M1001  |  $6,000.00 (high amount threshold)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221284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 triggers fraud score above threshold; declined before processor call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063240"/>
            <a:ext cx="3977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57200" y="3063240"/>
            <a:ext cx="64008" cy="15727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0080" y="3227832"/>
            <a:ext cx="1417320" cy="274320"/>
          </a:xfrm>
          <a:prstGeom prst="rect">
            <a:avLst/>
          </a:prstGeom>
          <a:solidFill>
            <a:srgbClr val="F59E0B">
              <a:alpha val="15000"/>
            </a:srgbClr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0080" y="3227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MERCHANT ERROR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0080" y="35844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BADID (not found)  or  M9999 (inactive)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395020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Gateway rejects immediately — no downstream calls; fast-fail with clear error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17720" y="3063240"/>
            <a:ext cx="3977640" cy="157276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76200" dist="254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17720" y="3063240"/>
            <a:ext cx="64008" cy="157276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4800600" y="3227832"/>
            <a:ext cx="1417320" cy="274320"/>
          </a:xfrm>
          <a:prstGeom prst="rect">
            <a:avLst/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800600" y="3227832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PROCESSOR DECLINE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800600" y="3584448"/>
            <a:ext cx="3703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4111...0000 (test decline card)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00600" y="3950208"/>
            <a:ext cx="37033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passes but processor returns decline code; processorResponseCode non-00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47365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scenarios testable via Blazor UI, Swagger, Postman, or curl against localhost:7201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Securing the Front-End API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to protect PaymentGatewayApi from unauthorized access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298448"/>
            <a:ext cx="3977640" cy="1664208"/>
          </a:xfrm>
          <a:prstGeom prst="rect">
            <a:avLst/>
          </a:prstGeom>
          <a:solidFill>
            <a:srgbClr val="1E3A5F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298448"/>
            <a:ext cx="64008" cy="166420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40080" y="1444752"/>
            <a:ext cx="3721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/ Bearer Tokens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40080" y="1819656"/>
            <a:ext cx="3721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signed tokens on login; validate on every request via ASP.NET Core middleware. Industry standard — supports expiry, scopes, and refresh tokens.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617720" y="1298448"/>
            <a:ext cx="3977640" cy="1664208"/>
          </a:xfrm>
          <a:prstGeom prst="rect">
            <a:avLst/>
          </a:prstGeom>
          <a:solidFill>
            <a:srgbClr val="1E3A5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617720" y="1298448"/>
            <a:ext cx="64008" cy="16642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00600" y="1444752"/>
            <a:ext cx="3721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00600" y="1819656"/>
            <a:ext cx="3721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header-based key (e.g. X-Api-Key). Easy to implement and revoke. Good for machine-to-machine calls but lacks per-user identity.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3977640" cy="1664208"/>
          </a:xfrm>
          <a:prstGeom prst="rect">
            <a:avLst/>
          </a:prstGeom>
          <a:solidFill>
            <a:srgbClr val="1E3A5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64008" cy="166420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0080" y="3255264"/>
            <a:ext cx="3721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 2.0 / Azure AD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3630168"/>
            <a:ext cx="3721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Delegate auth to an identity provider. Ideal for enterprise — supports SSO, role claims, and fine-grained permissions without managing credentials.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3108960"/>
            <a:ext cx="3977640" cy="1664208"/>
          </a:xfrm>
          <a:prstGeom prst="rect">
            <a:avLst/>
          </a:prstGeom>
          <a:solidFill>
            <a:srgbClr val="1E3A5F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617720" y="3108960"/>
            <a:ext cx="64008" cy="16642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800600" y="3255264"/>
            <a:ext cx="37216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+ Rate Limiting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00600" y="3630168"/>
            <a:ext cx="3721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 TLS to encrypt traffic in transit. .NET 9 built-in rate limiting middleware guards against brute-force and denial-of-service attacks.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754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Recommended: JWT Bearer — AddAuthentication() + AddJwtBearer() in Program.cs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697</Words>
  <Application>Microsoft Office PowerPoint</Application>
  <PresentationFormat>On-screen Show (16:9)</PresentationFormat>
  <Paragraphs>106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Payment Gateway Demo</dc:title>
  <dc:subject>PptxGenJS Presentation</dc:subject>
  <dc:creator>PptxGenJS</dc:creator>
  <cp:lastModifiedBy>Joe Thompson</cp:lastModifiedBy>
  <cp:revision>1</cp:revision>
  <dcterms:created xsi:type="dcterms:W3CDTF">2026-05-26T16:14:03Z</dcterms:created>
  <dcterms:modified xsi:type="dcterms:W3CDTF">2026-05-26T16:17:07Z</dcterms:modified>
</cp:coreProperties>
</file>